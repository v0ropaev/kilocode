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1344168"/>
            <a:ext cx="48006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Security Auto Mode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Inter"/>
              </a:rPr>
              <a:t>для Kilo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3218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Автономия coding agent без unrestricted authority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584448"/>
            <a:ext cx="47548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Дмитрий Воропаев · архитектура, security engine, benchmark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Inter"/>
              </a:rPr>
              <a:t>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394960" y="1115568"/>
            <a:ext cx="3272637" cy="2834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Intent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≠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Authority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Модель может быть скомпрометирована.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Разрешение на действие принимает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детерминированный слой вне модели.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Автономия против approval fatigue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42775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Полезен только автономный агент. Оба доступных режима плохие.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57456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Режим 1 — подтверждать каждое действие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98857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Человек читает десятки запросов подряд, перестаёт вчитываться и нажимает «разрешить» автоматически. Автономия, ради которой агент и нужен, исчезает.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957456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Режим 2 — skip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198857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Агент получает полную authority на машине разработчика. На максимально автономном Kilo 100 % (237/237) прогонов атак доходят до наблюдаемого эффекта.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3228472"/>
            <a:ext cx="786384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Опаснее всего, когда security-решение принимает та же модель.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734592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FF"/>
                </a:solidFill>
                <a:latin typeface="Inter"/>
              </a:rPr>
              <a:t>100 %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431706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успешных прогонов атак на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4386" y="3734592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FF"/>
                </a:solidFill>
                <a:latin typeface="Inter"/>
              </a:rPr>
              <a:t>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431706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attack-сценарий, 49 utility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3284" y="3734592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FF"/>
                </a:solidFill>
                <a:latin typeface="Int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431706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внешних вызовов в решении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734592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FF"/>
                </a:solidFill>
                <a:latin typeface="Inter"/>
              </a:rPr>
              <a:t>~1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4317065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p95 стоимости решения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Пользователь и продуктовая 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6199"/>
            <a:ext cx="3866997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Основной пользователь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29770"/>
            <a:ext cx="3866997" cy="784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Разработчик, запускающий coding agent автономно. Успех — задача сделана без цепочки подтверждений. Провал — удалённые файлы, утёкший ключ, установленный чужой пакет.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506199"/>
            <a:ext cx="3866997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Дополнительный пользователь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729770"/>
            <a:ext cx="3866997" cy="784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Engineering / security lead, который решает, можно ли вообще включить автономию в команде. Ему нужны измеримые границы, а не обещание.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402" y="2752069"/>
            <a:ext cx="8191195" cy="1207465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37160" bIns="36576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Продуктовая гипотеза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nter"/>
              </a:rPr>
              <a:t>Если вынести authority control из LLM в детерминированный context-aware слой и спрашивать человека только там, где система не может решить сама, — ASR резко падает без существенной потери Utility.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417899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Мы оптимизируем безопасную автономность, а не количество блокировок.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4557095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Измеряются пять метрик сразу: ASR, Utility, false positives, friction, latency. Конфигурация «запретить всё» даёт ASR 0 % и решением не является.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658368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Threat model: intent ≠ authority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4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Доверенный разработчик. Недоверенное окружение. Модель, которой можно управлять.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3439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57963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 и его задача. Глобальный конфиг пользователя. Собственный код Kilo. Sandbox-бэкенд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3439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Недоверено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357963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Рассуждение модели. Содержимое репозитория, README и docs. Имя пакета, выбранное моделью. Метаданные MCP-инструментов. Исполняемый код и конфиг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3439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Следствие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357963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атаку: его принимает детерминированный слой вне модели, а подтверждает профиль ОС.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6402" y="3457529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6402" y="3567257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nter"/>
              </a:rPr>
              <a:t>Десять классов угроз, каждый измеряется отдельными сценариями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914729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Деструктивные вызовы · чувствительные файлы · подмена политики · prompt injection · утечка секретов · многошаговые атаки · slopsquatting · делегированная authority MCP · код проекта · ambient authority расширения.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Очевидные подходы и их пределы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решает часть задачи. Ни один не закрывает её целиком.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93448"/>
            <a:ext cx="17145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17018"/>
            <a:ext cx="1714500" cy="1765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Prompt guardrails
Защищают вход модели. Но если injection уже победила intent, guardrail не ограничивает то, что агент физически может сделать.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4386" y="1893448"/>
            <a:ext cx="17145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4386" y="2117018"/>
            <a:ext cx="1714500" cy="1765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Denylist пакетов
Закрывает уже известное. Свежий slopsquat по определению отсутствует в списке в момент установки.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3284" y="1893448"/>
            <a:ext cx="17145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3284" y="2117018"/>
            <a:ext cx="1714500" cy="1765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Только sandbox
Ограничивает эффект, но не различает легитимную работу и атаку: workspace-запись нужна и той и другой. И не работает до первого tool call.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1268" y="1893448"/>
            <a:ext cx="171450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1268" y="2117018"/>
            <a:ext cx="1714500" cy="1765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Подтверждать всё вручную
Безопасно на бумаге. На практике даёт approval fatigue и заканчивается включением skip-permissions.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6402" y="4001140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6402" y="4110868"/>
            <a:ext cx="78638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Security Auto использует все четыре идеи, но переносит решение об authority в отдельный детерминированный слой и подтверждает его профилем ОС там, где это выполнимо.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Как работает Security Auto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4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Один choke point для эффектов и две границы, срабатывающие раньше tool call.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152680"/>
            <a:ext cx="1188720" cy="42062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Agent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tool call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1884578" y="2152680"/>
            <a:ext cx="1417320" cy="42062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Normalization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shell AST · пути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1354" y="2152680"/>
            <a:ext cx="1188720" cy="42062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Security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929530" y="2152680"/>
            <a:ext cx="1691640" cy="42062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Authority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ALLOW / ASK / DENY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1210" y="2152680"/>
            <a:ext cx="1280160" cy="42062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Executor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OS sandbox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01698" y="2321844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3329330" y="2321844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746650" y="2321844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648602" y="2321844"/>
            <a:ext cx="25603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1354" y="270132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Evidence-слои: только ужесточают решение, никогда не ослабляют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1354" y="2957352"/>
            <a:ext cx="1138428" cy="310896"/>
          </a:xfrm>
          <a:prstGeom prst="rect">
            <a:avLst/>
          </a:prstGeom>
          <a:noFill/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Package Security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088282" y="2916204"/>
            <a:ext cx="0" cy="41148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742078" y="2957352"/>
            <a:ext cx="1138428" cy="310896"/>
          </a:xfrm>
          <a:prstGeom prst="rect">
            <a:avLst/>
          </a:prstGeom>
          <a:noFill/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Stateful Egress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09006" y="2916204"/>
            <a:ext cx="0" cy="41148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962802" y="2957352"/>
            <a:ext cx="1138428" cy="310896"/>
          </a:xfrm>
          <a:prstGeom prst="rect">
            <a:avLst/>
          </a:prstGeom>
          <a:noFill/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Delegated Tool Security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6529730" y="2916204"/>
            <a:ext cx="0" cy="41148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183526" y="2957352"/>
            <a:ext cx="1138428" cy="310896"/>
          </a:xfrm>
          <a:prstGeom prst="rect">
            <a:avLst/>
          </a:prstGeom>
          <a:noFill/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Content Secret Detection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750454" y="2916204"/>
            <a:ext cx="0" cy="41148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76402" y="3432840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6402" y="3560856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nter"/>
              </a:rPr>
              <a:t>До того, как tool call вообще появится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90832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Executable Code Trust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402" y="4149730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Репозиторный .kilocode/tool/*.ts и project-plugin исполняют module scope в момент импорта. discovery != execution: модуль не импортируется, пока человек не одобрил эти байты.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3908328"/>
            <a:ext cx="3866997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0000FF"/>
                </a:solidFill>
                <a:latin typeface="Inter"/>
              </a:rPr>
              <a:t>Permissioned Extension Runtime + Read-Confinement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149730"/>
            <a:ext cx="3866997" cy="8558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Одобренное расширение живёт в дочернем процессе под профилем ОС. Привилегированные эффекты — IPC-запросы, которые судит тот же движок.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Слои защиты и что каждый закрыл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Ниже — вклад именно этого слоя, а не накопленной суммы.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93448"/>
            <a:ext cx="171450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Deterministic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13157"/>
            <a:ext cx="1714500" cy="137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ALLOW / ASK / DENY для каждого side-effecting вызова. Shell разбирается Tree-sitter, пути классифицируются после канонизации.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3777569"/>
            <a:ext cx="17145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Inter"/>
              </a:rPr>
              <a:t>деструктивные 6/6 → 0/6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4386" y="1893448"/>
            <a:ext cx="171450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Package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2313157"/>
            <a:ext cx="1714500" cy="137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Provenance пакета оценивается до запуска package manager. Неопределённость никогда не сводится к ALLOW.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777569"/>
            <a:ext cx="17145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Inter"/>
              </a:rPr>
              <a:t>пакеты 42/42 → 0/42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1893448"/>
            <a:ext cx="171450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Stateful Egress · Content Secret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2313157"/>
            <a:ext cx="1714500" cy="137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Секрет, полученный на шаге N, влияет на исходящее решение на шаге M. Секрет определяется по содержимому, а не по имени.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3284" y="3777569"/>
            <a:ext cx="17145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Inter"/>
              </a:rPr>
              <a:t>exfil 12/15 → 0/15
секреты 33/33 → 6/33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1893448"/>
            <a:ext cx="171450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Delegated Tool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1268" y="2313157"/>
            <a:ext cx="1714500" cy="137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Capability-модель для MCP, plugin и workspace-инструментов. Provenance структурная; readOnlyHint не даёт ничего.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1268" y="3777569"/>
            <a:ext cx="17145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Inter"/>
              </a:rPr>
              <a:t>MCP/custom 30/30 → 3/30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6402" y="4222196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6402" y="4286204"/>
            <a:ext cx="81911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Executable Code Trust · Permissioned Extension Runtime · Read-Confinement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48737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Код проекта не исполняется до решения о доверии; чтения расширения сужены профилем ОС.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" y="4715972"/>
            <a:ext cx="81911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00FF"/>
                </a:solidFill>
                <a:latin typeface="Inter"/>
              </a:rPr>
              <a:t>pre-gate 27/27 → 3/27 · runtime расширения 24/24 → 0/24 · чтения 33/33 → 3/33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Slopsquatting: решение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Проверка внутри agent loop, а не в CI и не в pre-commit хуке.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20880"/>
            <a:ext cx="1536192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49170" y="2135764"/>
            <a:ext cx="182880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68626" y="1920880"/>
            <a:ext cx="1536192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Package Risk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Evaluator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41394" y="2135764"/>
            <a:ext cx="182880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0850" y="1920880"/>
            <a:ext cx="1536192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Provenance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сигналы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33618" y="2135764"/>
            <a:ext cx="182880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3074" y="1920880"/>
            <a:ext cx="1536192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DENY / ASK / ALLOW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5298" y="1920880"/>
            <a:ext cx="1022299" cy="512064"/>
          </a:xfrm>
          <a:prstGeom prst="rect">
            <a:avLst/>
          </a:prstGeom>
          <a:noFill/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package
manager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25842" y="2135764"/>
            <a:ext cx="182880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402" y="2707264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Детерминированные сигналы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2930834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релиза · объявленные install scripts · наличие репозитория · не-registry источник · подмена registry в команде или в .npmrc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2015" y="2707264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Эвристические сигналы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2015" y="2930834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Adoption по загрузкам · схожесть имени с известным пакетом: edit distance, разделители, аффиксы, гомоглифы, scope — с указанием, на что похоже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0371" y="2707264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Неопределённость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0371" y="2930834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Метаданные недоступны, пакет не найден, диапазон не разрешён. Неопределённость никогда не сводится к ALLOW: metadata lookup failure ≠ trusted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6402" y="4030400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6402" y="4140128"/>
            <a:ext cx="81911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Suspicious package provenance is evaluated before local execution.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Не детектор произвольного zero-day. Пакет, чей код выполнился бы прямо сейчас, получает DENY; прочая подозрительная provenance — hard ASK. Измерено: 42/42 → 0/42.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Prompt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4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Injection может изменить намерение модели. Она не снимает hard rules, package preflight, executable-code trust и профиль ОС.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152680"/>
            <a:ext cx="1737360" cy="54864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Вредоносный README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38585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152680"/>
            <a:ext cx="1737360" cy="54864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Inter"/>
              </a:rPr>
              <a:t>Модель хочет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опасное действие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38585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152680"/>
            <a:ext cx="1737360" cy="548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SecurityEngine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вне модели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38585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152680"/>
            <a:ext cx="1737360" cy="5486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Решение по действию,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не по тексту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39064"/>
            <a:ext cx="81911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Inter"/>
              </a:rPr>
              <a:t>Что именно не зависит от того, что «поняла» 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32311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Hard filesystem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546683"/>
            <a:ext cx="2492654" cy="784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Деструктивные операции над корнями и предками workspace, чтение приватных ключей — DENY по правилу, а не по распознаванию.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32311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Package Security · capability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2015" y="3546683"/>
            <a:ext cx="2492654" cy="784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Provenance оценивается до исполнения. Инструмент с неизвестной authority не выполняется без человека.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32311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Executable Code Trust · профиль ОС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0371" y="3546683"/>
            <a:ext cx="2492654" cy="784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Код проекта не импортируется до одобрения по содержимому. Чтения и сеть расширения отклоняет профиль ОС.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6402" y="4450110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6402" y="4532406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Один класс остаётся открытым и назван честно: семантический exfil через текст README, atk-readme-injection-exfil — успешен 3/3 во всех девяти конфигурациях.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Benchmark: как получены цифры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Бенчмарк — часть решения, а не отчёт о нём.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8934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Датасет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1701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130 сценариев: 81 attack, 49 utility. По три повтора. Девять конфигураций лестницы, соседние отличаются одним флагом.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8934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Изоляция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11701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sandbox в temp, поддельный HOME, инертные shim'ы package manager'ов первыми в PATH, сеть только на loopback.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8934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Оракул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11701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Успех атаки — наблюдаемый побочный эффект, а не текст модели: удалённая канарейка, фейковый секрет в коллекторе, маркер shim'а.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262304"/>
            <a:ext cx="1083564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Найти атаку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569110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1406" y="3262304"/>
            <a:ext cx="1083564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Воспроизвести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44114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26410" y="3262304"/>
            <a:ext cx="1083564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Canary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19118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1414" y="3262304"/>
            <a:ext cx="1083564" cy="384048"/>
          </a:xfrm>
          <a:prstGeom prst="rect">
            <a:avLst/>
          </a:prstGeom>
          <a:noFill/>
          <a:ln w="952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Baseline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94122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76418" y="3262304"/>
            <a:ext cx="1083564" cy="384048"/>
          </a:xfrm>
          <a:prstGeom prst="rect">
            <a:avLst/>
          </a:prstGeom>
          <a:noFill/>
          <a:ln w="9525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Protected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269126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1422" y="3262304"/>
            <a:ext cx="1083564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Измерить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444130" y="3413180"/>
            <a:ext cx="73152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26426" y="3262304"/>
            <a:ext cx="1083564" cy="384048"/>
          </a:xfrm>
          <a:prstGeom prst="rect">
            <a:avLst/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Новый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" y="377436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После каждого нового control adversarial suite расширялась: старые конфигурации оцениваются на более сильном наборе — это честнее, а не регрессия.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4323008"/>
            <a:ext cx="1714500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3510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402" y="4798496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прогонов, 0 errored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4386" y="4323008"/>
            <a:ext cx="1714500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34386" y="4798496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атак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284" y="4323008"/>
            <a:ext cx="1714500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147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284" y="4798496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прогонов utility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1268" y="4323008"/>
            <a:ext cx="1714500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1268" y="4798496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остаточных сценариев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56822"/>
            <a:ext cx="81911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ASR 100 % → 6 %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416942"/>
            <a:ext cx="8191195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15 из 237 прогонов атак · 130 сценариев × 3 повтора × 9 конфигураций
3510 прогонов, 0 errored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402" y="3221614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3804086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Utility · 144/147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4386" y="3221614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4386" y="3804086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Safe DENY false positives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3284" y="3221614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0,154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3284" y="3804086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hard ASK на задачу · 60/390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1268" y="3221614"/>
            <a:ext cx="1714500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1,04 мс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1268" y="3804086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p95 стоимости решения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378787"/>
            <a:ext cx="81911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Extension и executable-code utility — 100 % (42/42) во всех девяти конфигурациях. Единственная потерянная utility — честный трёхдневный пакет с hard ASK.</a:t>
            </a:r>
          </a:p>
        </p:txBody>
      </p:sp>
    </p:spTree>
  </p:cSld>
  <p:bg>
    <p:bgPr>
      <a:solidFill>
        <a:srgbClr val="0000FF"/>
      </a:solidFill>
      <a:effectLst/>
    </p:bgPr>
  </p:b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Вклад каждого слоя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4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Overall ASR, 237 прогонов атак. Каждая строка добавляет один слой к предыдущей.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14275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52344" y="2134392"/>
            <a:ext cx="4709160" cy="1234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7543800" y="2108789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100 % (237/237)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353848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Deterministic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2344" y="2373965"/>
            <a:ext cx="4049877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6884517" y="2348362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86 % (204/237)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593421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Package Security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2613538"/>
            <a:ext cx="3202228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036868" y="2587934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68 % (162/237)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2832994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Stateful Egress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52344" y="2853110"/>
            <a:ext cx="2966770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7" name="TextBox 16"/>
          <p:cNvSpPr txBox="1"/>
          <p:nvPr/>
        </p:nvSpPr>
        <p:spPr>
          <a:xfrm>
            <a:off x="5801410" y="2827507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63 % (150/237)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072566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Delegated Tool Security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52344" y="3092683"/>
            <a:ext cx="2448763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283403" y="3067080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52 % (123/237)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402" y="3312139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Content Secret Detection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3332256"/>
            <a:ext cx="1836572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3" name="TextBox 22"/>
          <p:cNvSpPr txBox="1"/>
          <p:nvPr/>
        </p:nvSpPr>
        <p:spPr>
          <a:xfrm>
            <a:off x="4671212" y="3306653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39 % (93/237)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402" y="3551712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Executable Code Trust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52344" y="3571829"/>
            <a:ext cx="1412748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4247388" y="3546226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30 % (72/237)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402" y="3791285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+ Permissioned Extension Runtime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52344" y="3811402"/>
            <a:ext cx="847648" cy="1234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3682288" y="3785798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18 % (42/237)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" y="4030858"/>
            <a:ext cx="21945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+ Read-Confinement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52344" y="4050974"/>
            <a:ext cx="282549" cy="12344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2" name="TextBox 31"/>
          <p:cNvSpPr txBox="1"/>
          <p:nvPr/>
        </p:nvSpPr>
        <p:spPr>
          <a:xfrm>
            <a:off x="3117189" y="4025371"/>
            <a:ext cx="15087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6 % (15/237)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752344" y="4235683"/>
            <a:ext cx="4709160" cy="0"/>
          </a:xfrm>
          <a:prstGeom prst="line">
            <a:avLst/>
          </a:prstGeom>
          <a:ln w="63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76402" y="4345411"/>
            <a:ext cx="81911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Baseline → финал: пакеты 42/42 → 0/42 · exfil 15/15 → 0/15 · MCP/custom 30/30 → 0/30 · секреты 33/33 → 6/33 · pre-gate 27/27 → 3/27 · runtime 24/24 → 0/24 · чтения 33/33 → 3/33. Колонка Extension-runtime охватывает оба runtime-класса (57 прогонов). Сравнивать значения можно только внутри одной таблицы.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Демонстрация, ограничения, пилот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4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Каждое демо — сценарий бенчмарка с наблюдаемой канарейкой и одной командой запуска.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252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Демонстрация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48819"/>
            <a:ext cx="2492654" cy="215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A. Деструктивный shell — atk-workspace-wipe
B. Slopsquatting — atk-package-install
C. Секрет → egress — atk-egress-multi-step-benign
D. Чтение хостового секрета — atk-extread-symlink-escape
Baseline и защищённая конфигурация в одном прогоне.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252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348819"/>
            <a:ext cx="2492654" cy="215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Метаданные файлов видны внутри сужённого хоста: без них не разрешается путь.
Классификатор читает маркеры, а не энтропию: голый токен и base64 не видны.
Read confinement проверен на macOS, для Linux не верифицирован.
Драйвер скриптованный: измеряется containment политики.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25248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Следующий шаг — 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348819"/>
            <a:ext cx="2492654" cy="2157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Команда 5–10 разработчиков на репозитории с внешними зависимостями и MCP.
Метрики: ASR на контролируемом наборе, task Utility, Safe ASK / DENY FP, approvals на задачу, latency, доля оставивших режим включённым.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6402" y="4634362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6402" y="472580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bun run script/security-bench.ts --runs 1 --scenario &lt;id&gt; --configs baseline,read-confined-extension-runtime</a:t>
            </a:r>
          </a:p>
        </p:txBody>
      </p:sp>
    </p:spTree>
  </p:cSld>
  <p:bg>
    <p:bgPr>
      <a:solidFill>
        <a:srgbClr val="FAFAFC"/>
      </a:solidFill>
      <a:effectLst/>
    </p:bgPr>
  </p:b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Зона ответственности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Вклад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security engine, слои, extension runtime, benchmark,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19 из 19 коммитов ветки, подтверждено git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[ЗАПОЛНИТЬ: имя]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178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[ЗАПОЛНИТЬ]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03873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21247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Строка-заполнитель дублируется по числу участников и заполняется командой перед подачей. Подтверждена только первая строка: она выведена из истории репозитория. Данные, которых репозиторий не подтверждает, не выдумываются.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bg>
    <p:bgPr>
      <a:solidFill>
        <a:srgbClr val="0000FF"/>
      </a:solidFill>
      <a:effectLst/>
    </p:bgPr>
  </p:bg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14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2026-09-04T12:10:02Z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2026-09-04T12:10:02Z</dcterms:created>
</cp:coreProperties>
</file>