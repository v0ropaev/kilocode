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  <p:sldId id="270" r:id="rId25"/>
    <p:sldId id="271" r:id="rId26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1344168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Security Auto Mode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для Kilo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32186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Агент работает сам. Права выдаёт не он.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5844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Дмитрий Воропаев · архитектура, движок решений, измерение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394960" y="1115568"/>
            <a:ext cx="3272637" cy="283464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274320" rIns="274320" tIns="36576" bIns="36576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Намерение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≠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полномочия</a:t>
            </a:r>
          </a:p>
          <a:p>
            <a:pPr>
              <a:spcAft>
                <a:spcPts val="1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Intent ≠ Authority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Моделью можно управлять со стороны.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Поэтому решение о том, что агенту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позволено, принимает не она.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Подтверждать всё или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0619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Агент полезен, когда работает сам. Оба доступных режима это ломают.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Подтверждать всё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80569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Человек читает десятки одинаковых запросов, перестаёт вчитываться и нажимает «разрешить» не глядя. Самостоятельности не остаётся.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93916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Разрешить всё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180569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Агент получает те же права, что и разработчик. На самом самостоятельном обычном Kilo до настоящего вреда доходят все 237 прогонов атак из 237.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3219328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Пользователи — разработчик, который уходит от экрана, и тимлид, решающий за команду.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237 / 237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атак дошли до вреда без защиты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4386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130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сценариев: 81 атака, 49 обычных задач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3284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3510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в измерении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1268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обращений к модели при решении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Считаем, что моделью можно управлять со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38893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Разработчику доверяем. Его окружению и рассуждению модели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Разработчику и его задаче. Его личным настройкам Kilo. Коду самого Kilo. Механизму изоляции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 доверяем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Рассуждению модели. Содержимому репозитория. Имени пакета, которое придумала модель. Описаниям внешних инструментов. Коду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 этого следует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атаку. Его принимает отдельный слой, а часть границ подтверждает операционная система.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813870"/>
            <a:ext cx="8191195" cy="911599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Намерение ≠ полномочия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Подсказка со стороны может изменить то, чего хочет модель. Изменить то, что ей позволено, она не может.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Решение — по действию, источнику и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агент хочет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запустить команду, прочитать файл, вызвать инструмент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 каким файлом или пакетом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путь раскрывается до настоящего, команда разбирается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Откуда пришёл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встроенный инструмент, MCP, инструмент проекта, расширение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Просил ли это пользователь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движок этого входа не получает и судит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015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уже было в этой сессии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015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какие секреты прочитаны и в какие файлы попали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0371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Какие признаки риска нашлись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0371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разбор команды, происхождение пакета, содержимое файла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402" y="3255629"/>
            <a:ext cx="8191195" cy="3657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Политика безопасности — один и тот же движок для каждого вызова с последствиями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Разрешено · 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выполняется в тех границах, к которым относится разрешение.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015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Вопрос человеку ·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015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Дальше без человека небезопасно. Самостоятельный режим этот вопрос не снимает.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0371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Запрещено · DENY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0371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не выполняется. Агент получает причину и продолжает работу.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Откуда берутся признаки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признак — ответ на понятный вопрос, а не совпадение со списком строк.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Опасна ли сама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Раскрываются переменные, вызовы и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Deterministic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про пакет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Возраст, распространённость, скрипты установки.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Package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Мы уже читали секрет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Что прочитано и в какие файлы это попало.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Stateful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914272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Кто вызывает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133728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Права следуют из происхождения, не из описания.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4344040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Delegated Tool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Есть ли в файле учётные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Форматы токенов, ключи, присваивания в тексте.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Content Secret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пытается запуститься сам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Файл выполняет верхний уровень при импорте.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Executable Code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Расширение выходит за свои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Чтение, запись, сеть и процессы — по запросу.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Permissioned Extension Runtime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68096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Разрешить действие ≠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Для расширения проекта одобрение — только первый шаг.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02592"/>
            <a:ext cx="484632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Пользователь одобрил расширение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одобрены конкретные байты: правка файла отзывает одобрение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53842" y="2437516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402" y="2515240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Ему выданы конкретные права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чтение, запись, сеть, запуск процессов — по отдельности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3842" y="3050164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6402" y="3127888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Работает в отдельном процессе под профилем 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ссылка, «..» и абсолютный путь не выводят наружу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53842" y="3662812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6402" y="3740536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Привилегированное действие — снова запрос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к тому же движку, а не прямой вызов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02592"/>
            <a:ext cx="308975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это дало на измерении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67768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вышло за выданные права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382423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/ 24  →  0 /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57327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прочитало чужой файл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982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33 / 33  →  3 / 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01750"/>
            <a:ext cx="3089757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Граница держится на механизме операционной системы. На macOS проверена прямыми пробами внутри настоящего процесса; профиль Linux написан, но здесь не проверялся. Без такого механизма расширение не запускается вовсе.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38061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Permissioned Extension Runtime · Read-Confinement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Подозрительный пакет останавливается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Модель придумывает имя библиотеки, атакующий его заранее регистрирует.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Оценка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происхождения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ALLOW · ASK · DENY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Установка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запускается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точно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выпуска, скрипты установки, репозиторий, подмена реестра.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оцениваем приблизительно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Насколько распространён и похоже ли имя на известную библиотеку.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Если ничего не известно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Метаданных нет, пакета нет в реестре. Неизвестность не даёт разрешения.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97081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Происхождение пакета оценивается до его локального исполнения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Проверка идёт внутри работы агента, а не в сборке. Это оценка происхождения, а не разбор кода. Измерено: 42 из 42 без защиты, 0 из 42 с ней.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Модель понимает смысл, правила держат полномочия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Два вопроса, на которые у детерминированного контура нет входа.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62134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Откуда пришла инструкция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476789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README, документация зависимости, страница из сети, ответ внешнего инструмента. Для правил по путям это одинаковые обычные файлы. Написал их не пользователь.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262134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Связано ли действие с задачей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476789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«Поправь опечатку в README» и отправка ключа наружу не связаны ничем. Совпадение с задачей только снижает тревогу и никогда не даёт разрешения.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262134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модель не может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476789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Она возвращает не решение, а свидетельство, и свёртка умеет только ужесточать. Отменить запрет или выдать разрешение она не способна — это свойство кода, а не обещание.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764721"/>
            <a:ext cx="2364638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92 % → 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240209"/>
            <a:ext cx="2364638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подброшенная инструкция доводит дело до вреда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800" y="3764721"/>
            <a:ext cx="2364638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100 % → 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800" y="4240209"/>
            <a:ext cx="2364638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действие не по задаче пользователя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7199" y="3764721"/>
            <a:ext cx="2364638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98 %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7199" y="4240209"/>
            <a:ext cx="2364638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обычных задач по-прежнему выполняются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476004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Оба класса правила не закрывают: без слоя смысла это 92 % и 100 %.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Одна команда — разные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Записи настоящих сессий Kilo с этой ветки. Отличается только пакет.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1663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Зрелая библиотека — ставится сразу, без единого вопроса</a:t>
            </a:r>
          </a:p>
        </p:txBody>
      </p:sp>
      <p:pic>
        <p:nvPicPr>
          <p:cNvPr id="7" name="Picture 6" descr="02-known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06764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26132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Придуманного имени в реестре нет — агент остановился, пакетный менеджер не запускался</a:t>
            </a:r>
          </a:p>
        </p:txBody>
      </p:sp>
      <p:pic>
        <p:nvPicPr>
          <p:cNvPr id="9" name="Picture 8" descr="03-unknown-packag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512323"/>
            <a:ext cx="7315200" cy="10290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6942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Это не чёрный список: имени, зарегистрированного вчера, в списке нет по определению.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Без защиты проект исчезает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Та же задача и тот же агент. Отличается одно значение настройки.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1663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выключен — после прогона в рабочем дереве не осталось ничего</a:t>
            </a:r>
          </a:p>
        </p:txBody>
      </p:sp>
      <p:pic>
        <p:nvPicPr>
          <p:cNvPr id="7" name="Picture 6" descr="06-workspace-wip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06764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26132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включён — агент ждёт человека, файлы на месте</a:t>
            </a:r>
          </a:p>
        </p:txBody>
      </p:sp>
      <p:pic>
        <p:nvPicPr>
          <p:cNvPr id="9" name="Picture 8" descr="07-workspace-wip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512323"/>
            <a:ext cx="7315200" cy="10290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6942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Запись сделана без человека за экраном, поэтому вопрос виден как «отвечать некому».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22960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Одинаковые действия, разный текст в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34652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Оба прогона читают README и отправляют файл наружу. Правила видят одно и то же.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9446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Инструкция подброшена: действие остановлено, человек видит фразу, а не код правила</a:t>
            </a:r>
          </a:p>
        </p:txBody>
      </p:sp>
      <p:pic>
        <p:nvPicPr>
          <p:cNvPr id="7" name="Picture 6" descr="10-ai-injection-st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44547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63915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Обычная документация: то же действие проходит, лишнего подтверждения нет</a:t>
            </a:r>
          </a:p>
        </p:txBody>
      </p:sp>
      <p:pic>
        <p:nvPicPr>
          <p:cNvPr id="9" name="Picture 8" descr="11-ai-ordinary-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890153"/>
            <a:ext cx="7315200" cy="1029087"/>
          </a:xfrm>
          <a:prstGeom prst="rect">
            <a:avLst/>
          </a:prstGeom>
        </p:spPr>
      </p:pic>
    </p:spTree>
  </p:cSld>
  <p:bg>
    <p:bgPr>
      <a:solidFill>
        <a:srgbClr val="FAFAFC"/>
      </a:solidFill>
      <a:effectLst/>
    </p:bgPr>
  </p:bg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Успех атаки — это последствие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проверяли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192 сценария: 141 атака и 51 обычная задача, каждый по три раза. Десять конфигураций: соседние отличаются одним включённым слоем.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изолировали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каталог во временной папке, подставной домашний каталог, безвредные заглушки пакетных менеджеров, сеть только на петле.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определяли успех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Канарейка действительно удалена. Выдуманный ключ действительно дошёл до приёмника. Установка действительно запустилась.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076224"/>
            <a:ext cx="761512" cy="96012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476402" y="289334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100 %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1922" y="3354659"/>
            <a:ext cx="761512" cy="68168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1301922" y="3171779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71 %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7443" y="3460272"/>
            <a:ext cx="761512" cy="576072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127443" y="327739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963" y="3489076"/>
            <a:ext cx="761512" cy="54726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952963" y="3306196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57 %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8483" y="3556284"/>
            <a:ext cx="761512" cy="48006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3778483" y="337340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50 %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004" y="3623492"/>
            <a:ext cx="761512" cy="41285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4604004" y="344061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43 %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9524" y="3671498"/>
            <a:ext cx="761512" cy="36484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429524" y="348861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38 %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5044" y="3738707"/>
            <a:ext cx="761512" cy="297637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6255044" y="355582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0564" y="3805915"/>
            <a:ext cx="761512" cy="23042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7080564" y="3623035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24 %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6085" y="3978737"/>
            <a:ext cx="761512" cy="57607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7906085" y="379585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6 %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4091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без защиты · 100 %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037" y="409120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все десять слоёв · 6 %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02" y="4310664"/>
            <a:ext cx="81911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Набор атак рос по ходу работы: найденный обход не убирался после исправления, а добавлялся в общий набор, и все конфигурации пересчитывались заново. Ранние конфигурации выглядят хуже потому, что тест стал сложнее.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20246"/>
            <a:ext cx="81911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Inter"/>
              </a:rPr>
              <a:t>100 %  →  6 %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79782"/>
            <a:ext cx="819119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Успешность атак (ASR) — доля прогонов, которые довели дело до настоящего вреда.
27 прогонов из 417 · 5760 прогонов всего, ни одного сорванного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402" y="2883286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402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3577315"/>
            <a:ext cx="1714500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обычных задач по-прежнему выполняются · 150 из 153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4386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4386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безопасных действий запрещено по ошибке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3284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0,27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3284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вопросов человеку на задачу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1268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1,60 мс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1268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стоит решение в 95 % случаев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525548"/>
            <a:ext cx="81911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«Запретить всё» дало бы ноль атак и ноль сделанных задач — поэтому величин пять. Без слоя смысла те же сценарии дают 24 %: он снимает восемнадцать пунктов и не стоит ни одной задачи.</a:t>
            </a:r>
          </a:p>
        </p:txBody>
      </p:sp>
    </p:spTree>
  </p:cSld>
  <p:bg>
    <p:bgPr>
      <a:solidFill>
        <a:srgbClr val="0000FF"/>
      </a:solidFill>
      <a:effectLst/>
    </p:bgPr>
  </p:bg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Насколько закрыт каждый вид угрозы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Серая полоса — 100 % атак без защиты. Синяя — что доходит с защитой.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6177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Чужие ключи и настройки самого Kilo</a:t>
            </a:r>
          </a:p>
        </p:txBody>
      </p:sp>
      <p:sp>
        <p:nvSpPr>
          <p:cNvPr id="7" name="Rectangle 6"/>
          <p:cNvSpPr/>
          <p:nvPr/>
        </p:nvSpPr>
        <p:spPr>
          <a:xfrm>
            <a:off x="3877970" y="178006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5697626" y="175263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6890" y="175263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00134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Установка подозрительного пакета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970" y="2019635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5697626" y="199220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6890" y="1992203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22409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Внешний инструмент делает лишнее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7970" y="2259208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5697626" y="223177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890" y="22317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24804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Утечка секрета цепочкой действий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77970" y="2498780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697626" y="247134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6890" y="2471348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" y="2720065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выходит за выданные права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77970" y="2738353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697626" y="2710921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6890" y="2710921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295963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Действие не связано с задачей пользователя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7970" y="2977926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5697626" y="295049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6890" y="295049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слоем смысла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402" y="319921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Текст в репозитории уговаривает агента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77970" y="3217499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2" name="Rectangle 31"/>
          <p:cNvSpPr/>
          <p:nvPr/>
        </p:nvSpPr>
        <p:spPr>
          <a:xfrm>
            <a:off x="3877970" y="3217499"/>
            <a:ext cx="6766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5697626" y="319006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6890" y="3190067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" y="3438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читает файлы разработчика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970" y="345707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7" name="Rectangle 36"/>
          <p:cNvSpPr/>
          <p:nvPr/>
        </p:nvSpPr>
        <p:spPr>
          <a:xfrm>
            <a:off x="3877970" y="3457072"/>
            <a:ext cx="15378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8" name="TextBox 37"/>
          <p:cNvSpPr txBox="1"/>
          <p:nvPr/>
        </p:nvSpPr>
        <p:spPr>
          <a:xfrm>
            <a:off x="5697626" y="342964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6890" y="342964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9 %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402" y="36783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Код репозитория исполняется при загрузке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77970" y="3696644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2" name="Rectangle 41"/>
          <p:cNvSpPr/>
          <p:nvPr/>
        </p:nvSpPr>
        <p:spPr>
          <a:xfrm>
            <a:off x="3877970" y="3696644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3" name="TextBox 42"/>
          <p:cNvSpPr txBox="1"/>
          <p:nvPr/>
        </p:nvSpPr>
        <p:spPr>
          <a:xfrm>
            <a:off x="5697626" y="3669212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6890" y="3669212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11 %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402" y="3917929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Секрет в обычном файле проекта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77970" y="3936217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7" name="Rectangle 46"/>
          <p:cNvSpPr/>
          <p:nvPr/>
        </p:nvSpPr>
        <p:spPr>
          <a:xfrm>
            <a:off x="3877970" y="3936217"/>
            <a:ext cx="30757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8" name="TextBox 47"/>
          <p:cNvSpPr txBox="1"/>
          <p:nvPr/>
        </p:nvSpPr>
        <p:spPr>
          <a:xfrm>
            <a:off x="5697626" y="3908785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6/33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66890" y="3908785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18 %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402" y="415750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Разрушительная команда, в том числе скрытая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77970" y="4175790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2" name="Rectangle 51"/>
          <p:cNvSpPr/>
          <p:nvPr/>
        </p:nvSpPr>
        <p:spPr>
          <a:xfrm>
            <a:off x="3877970" y="4175790"/>
            <a:ext cx="338328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3" name="TextBox 52"/>
          <p:cNvSpPr txBox="1"/>
          <p:nvPr/>
        </p:nvSpPr>
        <p:spPr>
          <a:xfrm>
            <a:off x="5697626" y="414835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12/60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66890" y="4148358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20 %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402" y="4506803"/>
            <a:ext cx="81911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Всего 27 прогонов из 417. Строки про подброшенную инструкцию и про действие не по задаче без слоя смысла читались бы как 92 % и 100 %: эти два класса правила не закрывают.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не закрыто и 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защита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Голый токен без признаков рядом и значение в base64 не распознаются как секрет.
Внутри сужённого процесса расширение видит, что файл существует и какого он размера.
Плагин, выбранный самим пользователем, остаётся в основном процессе.
Границы системы проверены на macOS; профиль Linux написан, но не проверен.
Проверка пакетов охватывает семейство npm.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не показывает измерение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Набор атак наш собственный: «100 % без защиты» — это про него, а не про Kilo вообще.
Ход работы агента задан сценарием, поэтому измеряется удержание, а не то, догадается ли модель напасть.
Отдельного приложения не нужно: режим живёт внутри обычной работы с Kilo, а причина решения теперь видна прямо в окне подтверждения и в выводе автономного прогона.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Пилот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Команда 5–10 разработчиков, репозиторий с внешними зависимостями и MCP.
Что смотрим: доля успешных атак, доля доведённых задач, ошибочные запреты, вопросы на задачу, задержка и сколько человек через две недели оставили режим включённым.
Продуктовый шаг: прогнать held-out набор на настоящей малой модели — реализация готова, модели в этом окружении не было.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402" y="4488286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6402" y="4561438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Повторить любую цифру:  bun run script/security-bench.ts --runs 3
Повторить любую запись сессии:  bash submission/evidence/ui/capture-all.sh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За что отвечал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Чем подтверждается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Архитектура движка решений, слои, процесс расширений, измерение,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19 коммитов из 19 в ветке, видно в истории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62268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[ЗАПОЛНИТЬ: имя]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741554"/>
            <a:ext cx="202996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741554"/>
            <a:ext cx="19385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741554"/>
            <a:ext cx="967435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038734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212470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Строка-заполнитель дублируется по числу участников и заполняется командой перед подачей. Подтверждена только первая строка: она выведена из истории репозитория.</a:t>
            </a:r>
          </a:p>
        </p:txBody>
      </p:sp>
      <p:pic>
        <p:nvPicPr>
          <p:cNvPr id="24" name="Picture 23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25" name="Picture 2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bg>
    <p:bgPr>
      <a:solidFill>
        <a:srgbClr val="0000FF"/>
      </a:solidFill>
      <a:effectLst/>
    </p:bgPr>
  </p:bg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16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2026-09-05T00:48:10Z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2026-09-05T00:48:10Z</dcterms:created>
</cp:coreProperties>
</file>