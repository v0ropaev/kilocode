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1344168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Security Auto Mode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для Kilo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3218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работает сам. Права выдаёт не 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5844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Дмитрий Воропаев · архитектура, движок решений, измерение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94960" y="1115568"/>
            <a:ext cx="3272637" cy="2834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74320" rIns="274320" tIns="36576" bIns="36576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Намерение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≠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полномочия</a:t>
            </a:r>
          </a:p>
          <a:p>
            <a:pPr>
              <a:spcAft>
                <a:spcPts val="13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Intent ≠ Authority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Моделью можно управлять со стороны.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Поэтому решение о том, что агенту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позволено, принимает не она.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Подтверждать всё или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619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Агент полезен, когда работает сам. Оба доступных режима это ломают.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Подтверждать всё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Человек читает десятки одинаковых запросов, перестаёт вчитываться и нажимает «разрешить» не глядя. Самостоятельности не остаётся.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93916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Разрешить всё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180569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Агент получает те же права, что и разработчик. На самом самостоятельном обычном Kilo до настоящего вреда доходят все 237 прогонов атак из 237.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3219328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Пользователи — разработчик, который уходит от экрана, и тимлид, решающий за команду.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237 / 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атак дошли до вреда без защиты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4386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сценариев: 81 атака, 49 обычных задач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3284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3510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в измерении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621664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0000FF"/>
                </a:solidFill>
                <a:latin typeface="Inter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4132813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обращений к модели при решении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MCP,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Модель понимает смысл, правила держат полномочия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62134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76789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92 % → 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 доводит дело до вреда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800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100 %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800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 пользователя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7199" y="3764721"/>
            <a:ext cx="2364638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7199" y="4240209"/>
            <a:ext cx="2364638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обычных задач по-прежнему выполняются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476004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Оба класса правила не закрывают: без слоя смысла это 92 % и 100 %.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1663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06764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26132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512323"/>
            <a:ext cx="7315200" cy="10290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69426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22960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Одинаковые действия, разный текст в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34652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Оба прогона читают README и отправляют файл наружу. Правила видят одно и то же.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94468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Инструкция подброшена: действие остановлено, человек видит фразу, а не код правила</a:t>
            </a:r>
          </a:p>
        </p:txBody>
      </p:sp>
      <p:pic>
        <p:nvPicPr>
          <p:cNvPr id="7" name="Picture 6" descr="10-ai-injection-st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2445471"/>
            <a:ext cx="7315200" cy="102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639150"/>
            <a:ext cx="73152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Обычная документация: то же действие проходит, лишнего подтверждения нет</a:t>
            </a:r>
          </a:p>
        </p:txBody>
      </p:sp>
      <p:pic>
        <p:nvPicPr>
          <p:cNvPr id="9" name="Picture 8" descr="11-ai-ordinary-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890153"/>
            <a:ext cx="7315200" cy="1029087"/>
          </a:xfrm>
          <a:prstGeom prst="rect">
            <a:avLst/>
          </a:prstGeom>
        </p:spPr>
      </p:pic>
    </p:spTree>
  </p:cSld>
  <p:bg>
    <p:bgPr>
      <a:solidFill>
        <a:srgbClr val="FAFAFC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Канарейка действительно удалена.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78737"/>
            <a:ext cx="761512" cy="57607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79585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десять слоёв · 6 %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20246"/>
            <a:ext cx="81911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Inter"/>
              </a:rPr>
              <a:t>100 %  →  6 %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79782"/>
            <a:ext cx="81911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Успешность атак (ASR) — доля прогонов, которые довели дело до настоящего вреда.
27 прогонов из 417 · 5760 прогонов всего, ни одного сорванного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402" y="2883286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402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3577315"/>
            <a:ext cx="1714500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обычных задач по-прежнему выполняются · 150 из 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безопасных действий запрещено по ошибке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0,27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вопросов человеку на задачу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1268" y="3066166"/>
            <a:ext cx="1714500" cy="419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1,60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357731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стоит решение в 95 % случаев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525548"/>
            <a:ext cx="81911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«Запретить всё» дало бы ноль атак и ноль сделанных задач — поэтому величин пять. Без слоя смысла те же сценарии дают 24 %: он снимает восемнадцать пунктов и не стоит ни одной задачи.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Насколько закрыт каждый вид угрозы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38534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6177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178006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175263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175263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00134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019635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19922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1992203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2409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259208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23177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231776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4804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49878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47134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47134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272006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2738353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2710921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2710921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295963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2977926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5697626" y="295049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6890" y="2950494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" y="319921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77970" y="3217499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2" name="Rectangle 31"/>
          <p:cNvSpPr/>
          <p:nvPr/>
        </p:nvSpPr>
        <p:spPr>
          <a:xfrm>
            <a:off x="3877970" y="3217499"/>
            <a:ext cx="6766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19006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190067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438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45707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Rectangle 36"/>
          <p:cNvSpPr/>
          <p:nvPr/>
        </p:nvSpPr>
        <p:spPr>
          <a:xfrm>
            <a:off x="3877970" y="345707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5697626" y="342964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6890" y="342964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402" y="36783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77970" y="3696644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Rectangle 41"/>
          <p:cNvSpPr/>
          <p:nvPr/>
        </p:nvSpPr>
        <p:spPr>
          <a:xfrm>
            <a:off x="3877970" y="3696644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3" name="TextBox 42"/>
          <p:cNvSpPr txBox="1"/>
          <p:nvPr/>
        </p:nvSpPr>
        <p:spPr>
          <a:xfrm>
            <a:off x="5697626" y="366921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6890" y="3669212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" y="3917929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77970" y="3936217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Rectangle 46"/>
          <p:cNvSpPr/>
          <p:nvPr/>
        </p:nvSpPr>
        <p:spPr>
          <a:xfrm>
            <a:off x="3877970" y="3936217"/>
            <a:ext cx="30757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8" name="TextBox 47"/>
          <p:cNvSpPr txBox="1"/>
          <p:nvPr/>
        </p:nvSpPr>
        <p:spPr>
          <a:xfrm>
            <a:off x="5697626" y="3908785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6/33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6890" y="3908785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18 %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402" y="415750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77970" y="4175790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Rectangle 51"/>
          <p:cNvSpPr/>
          <p:nvPr/>
        </p:nvSpPr>
        <p:spPr>
          <a:xfrm>
            <a:off x="3877970" y="4175790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3" name="TextBox 52"/>
          <p:cNvSpPr txBox="1"/>
          <p:nvPr/>
        </p:nvSpPr>
        <p:spPr>
          <a:xfrm>
            <a:off x="5697626" y="414835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66890" y="4148358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402" y="4506803"/>
            <a:ext cx="81911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27 прогонов из 417. Строки про подброшенную инструкцию и про действие не по задаче без слоя смысла читались бы как 92 % и 100 %: эти два класса правила не закрывают.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Голый токен без признаков рядом и значение в base64 не распознаются как секрет.
Внутри сужённого процесса расширение видит, что файл существует и какого он размера.
Плагин, выбранный самим пользователем, остаётся в основном процессе.
Границы системы проверены на macOS; профиль Linux написан, но не проверен.
Проверка пакетов охватывает семейство npm.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Отдельного приложения не нужно: режим живёт внутри обычной работы с Kilo, а причина решения теперь видна прямо в окне подтверждения и в выводе автономного прогона.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39143"/>
            <a:ext cx="2492654" cy="26211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MCP.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Продуктовый шаг: прогнать held-out набор на настоящей малой модели — реализация готова, модели в этом окружении не было.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488286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56143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 коммитов из 19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[ЗАПОЛНИТЬ: имя]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212470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Строка-заполнитель дублируется по числу участников и заполняется командой перед подачей. Подтверждена только первая строка: она выведена из истории репозитория.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16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2026-09-05T01:08:08Z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2026-09-05T01:08:08Z</dcterms:created>
</cp:coreProperties>
</file>