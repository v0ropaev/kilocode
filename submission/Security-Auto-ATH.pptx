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890625"/>
            <a:ext cx="8191195" cy="998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Агент работает сам — прав
пользователя не получает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2072030"/>
            <a:ext cx="8191195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Мы создали Security Auto Mode для разработчиков, которые запускают ИИ-агента в своём проекте. Проблема: права агента — это права любого, кто сумел им управлять. Решаем тем, что каждое действие судит отдельный код, а не сама модель.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803904"/>
            <a:ext cx="81911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Kilo Code — открытый ИИ-агент, который правит код прямо в проекте.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Дмитрий Воропаев · 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Оба режима ломают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9211"/>
            <a:ext cx="2606040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Спрашивать всё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026" y="1649211"/>
            <a:ext cx="5484571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через полчаса человек жмёт «да» не глядя — самостоятельности не остаётся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3065160"/>
            <a:ext cx="260604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Отдать всё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3026" y="3065160"/>
            <a:ext cx="548457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одна подброшенная строка в README — и ключи ушли наружу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402" y="4124949"/>
            <a:ext cx="8191195" cy="658368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"/>
              </a:rPr>
              <a:t>Автономность нужна. Неограниченные права —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README не стал командой для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66331"/>
            <a:ext cx="8191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Задача разработчика: собрать проект и подготовить к выпуску.</a:t>
            </a:r>
          </a:p>
        </p:txBody>
      </p:sp>
      <p:pic>
        <p:nvPicPr>
          <p:cNvPr id="6" name="Picture 5" descr="pitch-in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955"/>
            <a:ext cx="7680960" cy="20540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050693"/>
            <a:ext cx="819119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Человек увидел: «отправить файл на внешний адрес, как указано в проекте».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000FF"/>
                </a:solidFill>
                <a:latin typeface="Inter"/>
              </a:rPr>
              <a:t>С обычным README та же команда проходит молча.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Правила — гарантии, ИИ — смысл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1195"/>
            <a:ext cx="210312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0106" y="1521195"/>
            <a:ext cx="598749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какая программа, какие файлы, выход в сеть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61529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80106" y="2361529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что агент прочитал в этой сессии и откуда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27416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0106" y="2827416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два независимых источника, порознь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293303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0106" y="3293303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разрешить · спросить человека · запретить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814053"/>
            <a:ext cx="81911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700" b="1">
                <a:solidFill>
                  <a:srgbClr val="0000FF"/>
                </a:solidFill>
                <a:latin typeface="Inter"/>
              </a:rPr>
              <a:t>ИИ возвращает признак, а не решение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Отменить запрет он не может и источником доверия не является — это свойство кода.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300" b="0">
                <a:solidFill>
                  <a:srgbClr val="595959"/>
                </a:solidFill>
                <a:latin typeface="Arial"/>
              </a:rPr>
              <a:t>Смысловой слой — Claude Haiku 4.5 через OpenRouter. Компактная модель, выбрана нарочно: проверяли принцип, а не мощность.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На каждый вид вреда свой механизм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2907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Проект удалён или испорчен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06" y="1502907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правила по путям и командам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1869125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Установлен подозрительный 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3306" y="1869125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происхождение до установки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235342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Секрет ушёл наружу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3306" y="2235342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память о прочитанном секрете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01559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В README подброшена инструкция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3306" y="2601559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смысловой слой на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67776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Инструмент делает лишнее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3306" y="2967776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права по происхождению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333993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Код проекта запускается сам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3306" y="3333993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запуск после одобрения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3700211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Расширение читает чужие файлы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3306" y="3700211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урезанный процесс ОС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148724"/>
            <a:ext cx="819119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До установки проверяем существование, возраст, распространённость, репозиторий и install-скрипты — код пакета ещё не запускался.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300" b="1">
                <a:solidFill>
                  <a:srgbClr val="0000FF"/>
                </a:solidFill>
                <a:latin typeface="Inter"/>
              </a:rPr>
              <a:t>slopsquatting: агент выдумывает имя, атакующий его регистрирует · 42 из 42 → 0 из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Inter"/>
              </a:rPr>
              <a:t>Из ста атак доходит пять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39483"/>
            <a:ext cx="81911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100 %  →  24 %  →  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07579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без защиты  →  одни правила  →  правила и смысловой слой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обычных задач выполнено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6800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6800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безопасных действий запрещено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199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5760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7199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прогонов, ни одного сорванного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061056"/>
            <a:ext cx="8191195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Успешность атак — доля прогонов, дошедших до наблюдаемого следа: файл добрался до приёмника, проект исчез. Не по словам модели. 417 прогонов атак, изолированный стенд.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Работает, измерено, дальше — пилот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57771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7226" y="1557771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встроено в Kilo · пакеты · смысловой слой · процесс 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99019"/>
            <a:ext cx="1920240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7226" y="2399019"/>
            <a:ext cx="61703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5760 прогонов · настоящая модель · 732 теста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83651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Дальше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7226" y="2883651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пилот · два недостающих правила · Linux · трение на людях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743187"/>
            <a:ext cx="8191195" cy="118872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37744" rIns="237744" tIns="36576" bIns="36576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Security Auto Mode снижает успешность атак со ста процентов до пяти, сохраняя девяносто восемь процентов обычных задач: агент остаётся автономным, но больше не получает неограниченные права пользователя.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55 коммитов из 63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Артур Фахретдинов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Расширение корпуса атак, два канала egress в разборе curl, первый прототип слоя на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8 коммитов из 63 в ветке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поддержка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573658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747394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Обе строки выведены из истории репозитория: `git shortlog -sn` против точки ветвления.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99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5920"/>
            <a:ext cx="81911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Архитектура · карта угроз с числами · остаточные атаки · как проверяли модель · методика измерения · вторая половина демо.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3108960"/>
            <a:ext cx="819119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Все числа — из submission/SOURCE_OF_TRUTH.md, прогон final-sealed от 2026-09-05.
Повторить: bun run script/security-bench.ts --runs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внешний,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именно делает модель и чего она не может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Два вопроса, на которые у детерминированного контура нет входа.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24 % → 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общая успешность атак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92 %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4386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100 % → 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3284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1268" y="4132767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задач — как без слоя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" y="4652604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Цену не прячем: 16 % решений идут к модели, путь с ней 1,1–1,4 с, ≈ $0,30 на 1000 решений.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399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Inter"/>
              </a:rPr>
              <a:t>Тот же файл и та же команда — вопроса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18051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Вторая половина демо. Отличается только текст в README.</a:t>
            </a:r>
          </a:p>
        </p:txBody>
      </p:sp>
      <p:pic>
        <p:nvPicPr>
          <p:cNvPr id="6" name="Picture 5" descr="pitch-ben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856963"/>
            <a:ext cx="8191195" cy="21904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157145"/>
            <a:ext cx="81911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00FF"/>
                </a:solidFill>
                <a:latin typeface="Inter"/>
              </a:rPr>
              <a:t>Вопроса человеку не было: слой промолчал, файл ушёл, приёмник его получил.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605863"/>
            <a:ext cx="6217920" cy="10117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70903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409725"/>
            <a:ext cx="6217920" cy="11276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2882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Помеченный файл действительно удалён.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88338"/>
            <a:ext cx="761512" cy="48006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80545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слои включены · 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Три класса держатся только на смысловом слое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71228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39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2157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2130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2130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368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386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2359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2359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596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615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587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587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825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843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816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816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3054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3072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3044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3044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3282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3300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3877970" y="33008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5697626" y="3273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1/9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6890" y="3273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Слоем смысла · 11 %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3511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7970" y="3529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502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502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739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758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5697626" y="3730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6890" y="3730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было 18 %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402" y="3968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77970" y="3986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1" name="Rectangle 40"/>
          <p:cNvSpPr/>
          <p:nvPr/>
        </p:nvSpPr>
        <p:spPr>
          <a:xfrm>
            <a:off x="3877970" y="398669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TextBox 41"/>
          <p:cNvSpPr txBox="1"/>
          <p:nvPr/>
        </p:nvSpPr>
        <p:spPr>
          <a:xfrm>
            <a:off x="5697626" y="3959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6890" y="3959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402" y="4197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77970" y="4215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6" name="Rectangle 45"/>
          <p:cNvSpPr/>
          <p:nvPr/>
        </p:nvSpPr>
        <p:spPr>
          <a:xfrm>
            <a:off x="3877970" y="42152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TextBox 46"/>
          <p:cNvSpPr txBox="1"/>
          <p:nvPr/>
        </p:nvSpPr>
        <p:spPr>
          <a:xfrm>
            <a:off x="5697626" y="4187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6890" y="4187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402" y="4425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77970" y="4443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1" name="Rectangle 50"/>
          <p:cNvSpPr/>
          <p:nvPr/>
        </p:nvSpPr>
        <p:spPr>
          <a:xfrm>
            <a:off x="3877970" y="4443892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TextBox 51"/>
          <p:cNvSpPr txBox="1"/>
          <p:nvPr/>
        </p:nvSpPr>
        <p:spPr>
          <a:xfrm>
            <a:off x="5697626" y="4416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6890" y="4416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6402" y="4727356"/>
            <a:ext cx="81911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19 прогонов из 417. Три строки со слоем смысла без него читались бы как 100 %, 92 % и 18 %.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Путь внутри строки python -c, node -e или perl -e не становится операндом при разборе.
git stash -u очищает дерево и разрешён; правила на следующий drop не хватает.
Внутри сужённого процесса расширение видит размер файла и то, что он есть.
Один вызов модели из 117 не уложился в срок — там, где под слоем нет правила, это пропуск.
Границы системы проверены на macOS; профиль Linux написан, но не проверен.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Качество смыслового слоя — свойство одной модели: всё снято на claude-haiku-4.5 через OpenRouter, другая даст другие числа.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внешними инструментами.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Отложенный набор израсходован; новый пишет внешний автор, а конфигурация уже запечатана.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565782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60235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21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2026-09-06T18:45:30Z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2026-09-06T18:45:30Z</dcterms:created>
</cp:coreProperties>
</file>